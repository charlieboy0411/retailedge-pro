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37160" cy="2560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9202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RetailEdge Pro LMS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3474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Retail Learning Management &amp; Live Assessment Arena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37160" cy="2560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9202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3474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strategic overview of RetailEdge Pro LMS and dynamic live sync architecture.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Agenda &amp; Key Themes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cover the complete end-to-end capabilities of RetailEdge Pro: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Authentication &amp; Role Hierarchy (Slides 5-6)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Management &amp; Administration Dashboards (Slides 7-13)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Learning &amp; Development Hubs (Slides 14-17)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Assessment &amp; Quiz Engine (Slides 18-20)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Live Arena &amp; Gamification (Slides 21-23)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C-Suite Dashboards (Slides 24-27)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Reports &amp; Analytics Center (Slides 28-30)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Mobile App Portals (Slides 31-33)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Business Benefits, Roadmap &amp; ROI (Slides 34-40)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Vision &amp; Training Objectives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is to bridge the gap between classroom training and on-floor execution.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Align Frontline Staff: Ensure promoters have deep product knowledge and SOP compliance.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Drive Retail Sales: Increase sales uplift through timely campaigns alignment.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Monitor Store Compliance: Track real-time training attendance and quiz accuracy metrics.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Gamify Frontline Work: Motivate teams through badges, levels, and regional leaderboards.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Role Hierarchy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RetailEdge Pro supports role-based views for every tier of the organization: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Super Admin &amp; Admin: Full platform management, projects control, user setup.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T&amp;D Manager: Curate training materials, schedule training meetings.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Trainer: Build quizzes, launch and host live assessment sessions.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Program Manager: Manage project-specific users and analyze training metrics.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Client: View external audits, project summaries, and dashboard statistics.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Marketing Manager: View campaign readiness and live quiz statistics.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&amp; Sign-In Interface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Name: Login Page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Secure entry point for all platform tenants.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Quick Login shortcuts, password reveal, integrated mascot (Shelfy) tips, forgot password wizard.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Fast navigation during demo sessions; strong passwords validation.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All Roles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/login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Successful authentication and role-based redirect.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57607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8" name="Image 0" descr="D:\Desktop\quizhive _ lms\scratch\screenshots\01_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56692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ADMINISTRATION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Control Center &amp; Global Analytics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Name: Admin Dashboard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Central console for platform-wide metrics and user tracking.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High-level cards (Total users, active quizzes, overall score), recent activity list, global sync button.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Real-time overview of the system's operational index and user activity.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Super Admin, Admin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/dashboard (Admin Role)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Instant platform observability and performance tracking.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57607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8" name="Image 0" descr="D:\Desktop\quizhive _ lms\scratch\screenshots\06_home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56692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Dashboard &amp; Brand Oversight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Name: Client Dashboard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Read-only project monitoring for external brand clients (e.g. Unilever).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Project filters, attendance graphs, participant statistics, one-click PPTX and Excel reports exports.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High transparency; clients can audit campaign status and score trends independently.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Client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/pm-dashboard (Client Role)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Deep client satisfaction and automated business review reporting.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57607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8" name="Image 0" descr="D:\Desktop\quizhive _ lms\scratch\screenshots\07_client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56692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CONTROL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Manager Control Room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Name: PM Dashboard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Project-specific dashboard for operational control.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Enrolled users grid, quiz statistics, training completion meters, manual metrics override.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Enable project managers to oversee target teams and update operational indicators.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Program Manager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/pm-dashboard (PM Role)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Targeted management of promoter groups and campaign parameters.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57607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8" name="Image 0" descr="D:\Desktop\quizhive _ lms\scratch\screenshots\09_pm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56692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&amp; SETUP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Projects Panel &amp; Campaign Setup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Name: Projects Management Page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Setup and configure store-level campaigns and project directories.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Create new project form, parent project mapping, list of existing campaigns, status trackers.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Simple hierarchical project creation (e.g. Unilever FMCG -&gt; North Zone -&gt; Store Hubs).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Super Admin, Admin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/projects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Dynamic organization of regional stores and campaign directories.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57607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8" name="Image 0" descr="D:\Desktop\quizhive _ lms\scratch\screenshots\10_create_proj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56692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&amp; SETUP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 &amp; Promoter Setup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Name: User Directory Page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Manage active platform members and promoters.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Add user form, CSV bulk upload modal, role allocation dropdowns, active status toggles.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Easily register thousands of frontline promoters and assign them to specific store projects.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Super Admin, Admin, HR Admin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/users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Up-to-date user logs and clean role-based authorization.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57607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8" name="Image 0" descr="D:\Desktop\quizhive _ lms\scratch\screenshots\11_user_dire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56692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&amp; DEVELOPMENT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T&amp;D Management Hub &amp; Skill Gaps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Name: Learning &amp; Development Dashboard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Plan capabilities development and identify frontline skill gaps.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Upcoming courses list, capability metrics charts, scheduled meeting logs.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Tracks training effectiveness and alerts managers to low accuracy retail parameters.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T&amp;D Manager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/dashboard (T&amp;D Manager Role)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Continuous improvement in retail capabilities and promoter readiness.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57607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8" name="Image 0" descr="D:\Desktop\quizhive _ lms\scratch\screenshots\12_training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56692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&amp; DEVELOPMENT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&amp; Materials Management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Name: Trainings Page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Curate video, PDF, and PPT course materials for promoters.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Upload materials interface, type categorization (Video/PDF/PPT), duration settings, project assignment.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Easily deliver standard operational training directly to promoters' mobile devices.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Super Admin, Admin, T&amp;D Manager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/trainings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Centrally managed training content synced to frontline tablets.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57607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8" name="Image 0" descr="D:\Desktop\quizhive _ lms\scratch\screenshots\13_course_man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56692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&amp; DEVELOPMENT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Builder &amp; Quiz Setup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Name: Quiz Builder Page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Build and edit interactive assessments.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Multi-format questions (MCQ, Poll, True/False), answer keys settings, timer controls, draft/live status.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Simple drag-and-drop question editing; instant availability in the live quiz catalog.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Admin, Trainer, T&amp;D Manager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/builder / /builder/:quizId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High-quality customized quizzes matching operational training goals.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57607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8" name="Image 0" descr="D:\Desktop\quizhive _ lms\scratch\screenshots\14_quiz_bui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56692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Question Formats &amp; Configs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 quizzes to evaluate different retail cognitive tasks: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MCQ (Multiple Choice Questions): Assess precise standard guidelines (e.g. checkout SOPs).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Polls &amp; Surveys: Collect instant feedback on new campaign designs and floor displays.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True/False: Validate critical compliance questions in under 10 seconds.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Word Cloud &amp; Open Text: Gather descriptive insights from regional store representatives.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Quiz Arena Gameplay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interactive quiz sessions during regional alignment meetings: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Sync Playback: The host controls the slide projection; questions appear on participants' phones simultaneously.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Gamified Competitiveness: Real-time scoreboard updates motivate promoters to answer quickly.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Immediate Review: The trainer reviews answer distributions and explains correct choices instantly.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Assessment Mode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zero data loss even in stores with poor network connections: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Prefetched Quizzes: Promoters load and cache quizzes in stable connectivity zones.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grading: Quizzes are graded locally on device to prevent network delays.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Background Auto-Sync: Submitted responses are stored locally and auto-pushed to the server when connection is restored.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OPERATIONS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Control Console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Name: Supervisor Dashboard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Field supervisor view for regional store performance.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Store teams rosters, attendance indicators, recent live session scoreboards.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Supervisors can quickly spot store-level training gaps and coordinate with PMs.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Supervisor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/pm-dashboard (Supervisor Role)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Active on-the-ground performance coaching and score optimization.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57607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8" name="Image 0" descr="D:\Desktop\quizhive _ lms\scratch\screenshots\18_supervisor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56692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OPERATIONS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Logging &amp; Meeting Integration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Programmatically track employee compliance and attendance: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Integrated Meetings: Attendance for Jitsi/Google Meet video sessions is captured automatically.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Attendance Updates: Dynamic synchronization updates logs as users join/leave.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Exportable Records: Attendance summaries easily export to Microsoft Excel for corporate audits.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 &amp; Reward Systems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Encourage active participation using a structured reward system: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Leaderboards: Real-time ranking updates build high competitive energy.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Skill Badges: Promoters unlock badges for speed (Fastest Finger) and accuracy.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Compliance Levels: Staff gain experience points (XP) to move from Novice to Sales Champion.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Portal Experience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Name: Standard User Dashboard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Learner portal for course consumption and quiz participation.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Enrolled courses panels, recent achievements, badges catalog, upcoming webinars links.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Centralized, intuitive layout designed for retail promoters on smartphones.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Employee / Promoters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/dashboard (Standard Role)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Smooth learning path and active skill development.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57607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8" name="Image 0" descr="D:\Desktop\quizhive _ lms\scratch\screenshots\20_learner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56692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Director Dashboard &amp; High-Level KPIs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Name: MD Dashboard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Enterprise-level overview of retail compliance and ROI.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National performance boards, campaign CSAT trackers, sales impact correlations, regional heatmaps.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Provides immediate boardroom visibility into the entire frontline training operation.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Managing Director (MD)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/pm-dashboard (MD Role)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Strategic decision making backed by live frontline data.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57607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8" name="Image 0" descr="D:\Desktop\quizhive _ lms\scratch\screenshots\24_md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56692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Operating Officer 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Name: COO Dashboard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Operational efficiency and campaign execution tracking.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Store launch checklist compliance, regional attendance comparisons, training completion statistics.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COOs can identify operational bottlenecks and re-allocate resources to lagging zones.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Chief Operating Officer (COO)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/pm-dashboard (COO Role)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Streamlined store operations and optimized learning deployment.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57607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8" name="Image 0" descr="D:\Desktop\quizhive _ lms\scratch\screenshots\25_coo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56692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of Operations Control 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Name: VP Operations Dashboard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Operational oversight of training campaigns and compliance indices.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Zone performance ratings, active quiz stats, supervisor check-in logs, capability indices.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Deep visibility into supervisor-level coaching performance and store readiness.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VP of Operations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/pm-dashboard (VP Operations Role)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Enhanced accountability across regional management tiers.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57607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8" name="Image 0" descr="D:\Desktop\quizhive _ lms\scratch\screenshots\26_vp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56692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CONTROL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Manager Dashboard &amp; Campaign Readiness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Name: Marketing Manager Dashboard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Monitor campaign health, timeline progress, and active quiz details.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Executive KPIs, campaign checklists, regional performance indices, live quiz status.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Keep marketing teams aligned on active product parameters and promoter readiness.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Marketing Manager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/pm-dashboard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Real-time marketing visibility and launch-readiness alignment.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5760720" cy="4389120"/>
          </a:xfrm>
          <a:prstGeom prst="rect">
            <a:avLst/>
          </a:prstGeom>
          <a:solidFill>
            <a:srgbClr val="E2E8F0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0" y="320040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[Screenshot: 09b_marketing_dashboard.png]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Performance Standing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 frontline execution metrics for senior management reviews: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Operations Index: Aggregates attendance, builder activities, and accuracy.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CSAT Tracker: Live rating feedback from promoters and customers (e.g. 4.8 / 5).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Sales Uplift: Demonstrates a 14-18% correlation between high quiz accuracy and store sales volume.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EXPORTS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Center &amp; Dynamic Filters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Name: Reports Page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Access and filter all training and evaluation logs.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Date range filters, project search, list of session reports, delete double submissions controls.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Ensures database records remain clean and provides easy navigation to individual scorecards.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Super Admin, Admin, Trainer, PM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/reports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Instant retrieval of historic assessment data and compliance audits.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57607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8" name="Image 0" descr="D:\Desktop\quizhive _ lms\scratch\screenshots\28_reports_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56692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EXPORTS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PDF &amp; PowerPoint Reports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professional presentation decks and audit reports in one click: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Slide Exports: Generates customized slide decks with KPIs, leaderboard summaries, and action plans.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PDF Summaries: Programmatically renders clean landscape PDF scorecards for training sign-offs.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Multi-Device Access: Download links are exposed via Cloudflare tunnel, accessible from any external browser.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EXPORTS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Excel Export Engine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29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detailed spreadsheets containing raw operational metrics: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Raw Data Sheets: Captures employee IDs, correct answers counts, total response times, store locations.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Pre-Formatted Tables: Clean layouts with auto-adjusted column widths and color-coded score classifications.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ERP Integration: Output formats match standard formats for easy upload to SAP/Unilever dashboards.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WebSocket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State-of-the-art background communication keeps the team synchronized: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WebSocket Protocol: Establishes a bidirectional channel between the Express server and React client.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Background Refresh: Dashboards update silently in the background without affecting screen viewing.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Event-Driven: Triggers update calls on events like live_session_finished, offline_response_submitted, report_deleted.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UI &amp; PORTALS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Interface Design &amp; Sign-In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31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Name: Mobile Login Page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Portal access for field staff using mobile devices.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Responsive form fields, quick-tap inputs, low-data asset sizes, MASCOT tips overlay.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Smooth user experience on low-end Android smartphones; minimal bandwidth usage.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All Roles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/login (Mobile Viewport)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Flawless mobile entry and responsive redirection.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57607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8" name="Image 0" descr="D:\Desktop\quizhive _ lms\scratch\screenshots\31_mobile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56692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UI &amp; PORTALS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Learner Portal &amp; Quiz Join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32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Name: Mobile Join Page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Mobile-first interface for promoters to enter live sessions.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Room code input field, quick-join buttons, latest offline quizzes download center.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Simplifies the joining workflow—promoters enter the arena in under 5 seconds.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Employee / Promoters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/join (Mobile Viewport)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Direct access to active evaluations on the store floor.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57607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8" name="Image 0" descr="D:\Desktop\quizhive _ lms\scratch\screenshots\32_mobile_learner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56692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UI &amp; PORTALS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Live Quiz Gameplay Interface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33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Name: Live Quiz Gameplay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Mobile interface for answering live assessment items.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Large tap-friendly option blocks, real-time timer countdown, immediate correct/incorrect feedback.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Minimizes mistaps and provides immediate learning reinforcement on the floor.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Employee / Promoters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/live/:roomCode (Mobile Viewport)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Dynamic audience participation and high training engagement.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57607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8" name="Image 0" descr="D:\Desktop\quizhive _ lms\scratch\screenshots\33_mobile_live_qu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56692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&amp; ROI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Campaign Alignment &amp; ROI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34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frontline training with marketing and campaign rollouts: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Speed to Floor: Deploy new product guidelines to 1000+ promoters in under an hour.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Compliance Auditing: Verify that promoter knowledge matches the target display guidelines.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ROI Metrics: Proven reduction in training costs by 45% compared to on-site trainer visits.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&amp; ROI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Frontline Compliance Verification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35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store execution guidelines and SOP adherence: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 Logs: Automated timestamps capture when a promoter completes standard training.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Error Flags: Instantly alerts supervisors when store accuracy falls below the 60% threshold.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Actionable Insights: Reports detail exact question options selected, identifying specific confusion points.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&amp; ROI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Success Case Study: Unilever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impact validated through corporate deployment (e.g. Unilever FMCG):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Challenge: Frontline promoters had poor comprehension of monthly promotional campaigns.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Solution: Deployed RetailEdge Pro for weekly live quizzes and training audits.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Results: CSAT rose to 4.85 / 5; frontline compliance reached 94.2%; sales increased by 18.4%.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 Deployment &amp; Launch Phases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37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plan to deploy the platform across retail zones: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1: Database Setup and Administrator Seeding (Completed).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2: Pilot Rollout to Selected Store Hubs (Week 1-2).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3: Regional Training for Trainers and Supervisors (Week 3).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4: Full Promoter Network Launch and Live Arena Activation (Week 4).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Integration Roadmap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38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integration path with existing corporate directories and tools: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Sign-On (SSO): Integrates with Active Directory and Okta (Future phase).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Video Tools: Out-of-the-box Jitsi Meet integration for remote training sessions.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Services: RESTful endpoints export attendance logs to SAP or Oracle HR MS.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SPECIFICATIONS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Data Integrity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39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security controls protect sensitive company data: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Secure Storage: PostgreSQL backend with Sequelize ORM validation layers.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Password Protection: All passwords hashed using industry-standard bcrypt.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Secure Sessions: Stateless JWT authentication tokens with auto-expire controls.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Access Auditing: Only authorized roles can download XLS and PPTX summaries.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SPECIFICATIONS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Scalability &amp; Future Outlook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scale with growing promoter networks and store locations: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Infrastructure: Light node backend handles thousands of concurrent socket events.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Native Apps: Upcoming iOS and Android wrapper launch to support native notifications.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Analytics: Future predictive reports to identify high-turnover stores ahead of time.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37160" cy="2560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9202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RetailEdge Pro — Summary &amp; Call to Action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3474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retail capability development from a cost center into a sales driver.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Access presentation over Cloudflare tunnel at: https://film-javascript-spice-naval.trycloudflare.com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SUMMARY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— Executive Presentation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Page 41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2026-07-12T07:16:05Z</dcterms:created>
  <dcterms:modified xsi:type="dcterms:W3CDTF">2026-07-12T07:16:05Z</dcterms:modified>
</cp:coreProperties>
</file>