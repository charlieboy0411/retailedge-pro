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37160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RETAILEDGE PRO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Retail LMS &amp; Live Assessment Platform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3749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FMCG, Promoter, and Store Teams with Real-time Capabilities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42062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Idonneous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LEARNING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Assessment &amp; Gamification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· Corporate Pitch Deck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Idonneous Analytics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38912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LIVE QUIZ INTERFACE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1st  Rahul Sharma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98 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97180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08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2nd  Priya Patel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92 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94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3rd  Amit Verma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87 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⭐ Interactive Live Leaderboard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1463040"/>
            <a:ext cx="6217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6002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🎮 High Engagement Arena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18745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Promoters answer live questions via phone. Interactive screens build instant team motivation.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2971800"/>
            <a:ext cx="6217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31089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⚡ Fastest-Finger Bonus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3832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Encourages quick recall. Faster response times yield bonus points on compliance and campaigns.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4480560"/>
            <a:ext cx="6217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46177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📈 Immediate Skill Audits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48920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Track training sessions outcomes instantly, enabling immediate retraining on floor gaps.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&amp;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Executive Dashboards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· Corporate Pitch Deck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Idonneous Analytics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📊 MD &amp; OPERATIONS KEY METRICS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18.4%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Sales Uplift Avg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94.2%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2608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Frontline Compliance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89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4.85 / 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2608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CSAT (Unilever)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530352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📋 MULTI-TENANT ROLES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Managing Directors (MD)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468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View ROI stats, regional heatmaps, and brand CSAT index.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Program Managers (PM)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703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Track training schedules, attendance logs, and staff skills gaps.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Platform Administrators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937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Deploy user lists, assign store roles, and delete duplicate reports.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SCALABILITY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Strategic Value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RetailEdge Pro · Corporate Pitch Deck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Idonneous Analytics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603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25603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🔄 Instant Sync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WebSockets push real-time store-floor updates instantly to active executive dashboards.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5603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828800"/>
            <a:ext cx="25603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📶 Offline-Ready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Promoters download quizzes, submit them offline, and auto-sync when network is active.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603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828800"/>
            <a:ext cx="25603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📂 Auto Reports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One-click professional PowerPoint &amp; Excel report generation for board presentations.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1828800"/>
            <a:ext cx="25603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1828800"/>
            <a:ext cx="25603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Rapid Deployment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52560" y="292608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Easily onboarding supervisors, training invitees, and regional stores in hours.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2026-06-04T05:39:10Z</dcterms:created>
  <dcterms:modified xsi:type="dcterms:W3CDTF">2026-06-04T05:39:10Z</dcterms:modified>
</cp:coreProperties>
</file>